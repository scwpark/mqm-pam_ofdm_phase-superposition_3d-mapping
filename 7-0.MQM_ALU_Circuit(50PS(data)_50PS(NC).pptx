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753" y="1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7C20A7D-3DD8-8512-7F3F-F9EBBBC7CBC0}"/>
              </a:ext>
            </a:extLst>
          </p:cNvPr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MQM</a:t>
            </a:r>
            <a:r>
              <a:rPr lang="en-US" sz="2000" b="1">
                <a:solidFill>
                  <a:srgbClr val="FFFFFF"/>
                </a:solidFill>
              </a:rPr>
              <a:t> </a:t>
            </a:r>
            <a:r>
              <a:rPr sz="2000" b="1">
                <a:solidFill>
                  <a:srgbClr val="FFFFFF"/>
                </a:solidFill>
              </a:rPr>
              <a:t>ALU </a:t>
            </a:r>
            <a:r>
              <a:rPr lang="en-US" altLang="ko-KR" sz="2000" b="1">
                <a:solidFill>
                  <a:srgbClr val="FFFFFF"/>
                </a:solidFill>
              </a:rPr>
              <a:t>Core A :</a:t>
            </a:r>
            <a:r>
              <a:rPr sz="2000" b="1">
                <a:solidFill>
                  <a:srgbClr val="FFFFFF"/>
                </a:solidFill>
              </a:rPr>
              <a:t>10 GHz</a:t>
            </a:r>
            <a:r>
              <a:rPr lang="en-US" sz="2000" b="1">
                <a:solidFill>
                  <a:srgbClr val="FFFFFF"/>
                </a:solidFill>
              </a:rPr>
              <a:t> </a:t>
            </a:r>
            <a:r>
              <a:rPr lang="en-US" altLang="ko-KR" sz="2000" b="1">
                <a:solidFill>
                  <a:srgbClr val="FFFFFF"/>
                </a:solidFill>
              </a:rPr>
              <a:t>16bit</a:t>
            </a:r>
            <a:r>
              <a:rPr sz="2000" b="1">
                <a:solidFill>
                  <a:srgbClr val="FFFFFF"/>
                </a:solidFill>
              </a:rPr>
              <a:t> </a:t>
            </a:r>
            <a:r>
              <a:rPr lang="en-US" sz="2000" b="1">
                <a:solidFill>
                  <a:srgbClr val="FFFFFF"/>
                </a:solidFill>
              </a:rPr>
              <a:t>, </a:t>
            </a:r>
            <a:r>
              <a:rPr sz="2000" b="1">
                <a:solidFill>
                  <a:srgbClr val="FFFFFF"/>
                </a:solidFill>
              </a:rPr>
              <a:t> Method-B Circuit </a:t>
            </a:r>
            <a:r>
              <a:rPr sz="2000" b="1" dirty="0">
                <a:solidFill>
                  <a:srgbClr val="FFFFFF"/>
                </a:solidFill>
              </a:rPr>
              <a:t>Block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6981B-932A-54D8-F3F1-1B8747EE2A77}"/>
              </a:ext>
            </a:extLst>
          </p:cNvPr>
          <p:cNvSpPr txBox="1"/>
          <p:nvPr/>
        </p:nvSpPr>
        <p:spPr>
          <a:xfrm>
            <a:off x="274320" y="521542"/>
            <a:ext cx="116128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1" dirty="0">
                <a:solidFill>
                  <a:srgbClr val="E65100"/>
                </a:solidFill>
              </a:rPr>
              <a:t>Method-B:  1st DATA(50ps) -&gt; NC(50ps)  |  2nd DATA(50ps) -&gt; NC(50ps)  |  3rd DATA(50ps) -&gt; NC(50ps)   50:50 ratio — Max Reliability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CAD55-CE1E-A612-914B-CE8819A166B4}"/>
              </a:ext>
            </a:extLst>
          </p:cNvPr>
          <p:cNvSpPr txBox="1"/>
          <p:nvPr/>
        </p:nvSpPr>
        <p:spPr>
          <a:xfrm>
            <a:off x="137160" y="782146"/>
            <a:ext cx="1188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(1)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AFCDB-15E5-52C5-238E-0784D2E8EE5A}"/>
              </a:ext>
            </a:extLst>
          </p:cNvPr>
          <p:cNvSpPr txBox="1"/>
          <p:nvPr/>
        </p:nvSpPr>
        <p:spPr>
          <a:xfrm>
            <a:off x="1463040" y="782146"/>
            <a:ext cx="16916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(2) FA SYNTH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3989B-DE66-36E0-394C-C00D747C3E52}"/>
              </a:ext>
            </a:extLst>
          </p:cNvPr>
          <p:cNvSpPr txBox="1"/>
          <p:nvPr/>
        </p:nvSpPr>
        <p:spPr>
          <a:xfrm>
            <a:off x="3291840" y="782146"/>
            <a:ext cx="13716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838F"/>
                </a:solidFill>
              </a:rPr>
              <a:t>(3) DIFF.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87CE0-4671-9A8F-9FC4-A1A2D4B5D1B3}"/>
              </a:ext>
            </a:extLst>
          </p:cNvPr>
          <p:cNvSpPr txBox="1"/>
          <p:nvPr/>
        </p:nvSpPr>
        <p:spPr>
          <a:xfrm>
            <a:off x="4846320" y="782146"/>
            <a:ext cx="320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37474F"/>
                </a:solidFill>
              </a:rPr>
              <a:t>(4) WIRE  12mm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4C9AE-9943-D071-07E9-F03620578B69}"/>
              </a:ext>
            </a:extLst>
          </p:cNvPr>
          <p:cNvSpPr txBox="1"/>
          <p:nvPr/>
        </p:nvSpPr>
        <p:spPr>
          <a:xfrm>
            <a:off x="8138160" y="782146"/>
            <a:ext cx="17373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(5) DATA READ @9mm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40DDD-E022-F9AC-9A66-D254602BEDB8}"/>
              </a:ext>
            </a:extLst>
          </p:cNvPr>
          <p:cNvSpPr txBox="1"/>
          <p:nvPr/>
        </p:nvSpPr>
        <p:spPr>
          <a:xfrm>
            <a:off x="10012680" y="782146"/>
            <a:ext cx="20116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(6) NC SHORT @12mm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7A9B8C7-561A-502B-291E-8899D28BDCF2}"/>
              </a:ext>
            </a:extLst>
          </p:cNvPr>
          <p:cNvSpPr/>
          <p:nvPr/>
        </p:nvSpPr>
        <p:spPr>
          <a:xfrm>
            <a:off x="137160" y="1051560"/>
            <a:ext cx="118872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W1  (2 Byte)
F1(8b)+A1(8b)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B21D158-4FE0-9113-5DDF-96B2E601AE6D}"/>
              </a:ext>
            </a:extLst>
          </p:cNvPr>
          <p:cNvSpPr/>
          <p:nvPr/>
        </p:nvSpPr>
        <p:spPr>
          <a:xfrm>
            <a:off x="137160" y="1874519"/>
            <a:ext cx="118872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W2  (2 Byte)
F2(8b)+A2(8b)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8DC7182C-7C5E-C506-9A41-94A55639F839}"/>
              </a:ext>
            </a:extLst>
          </p:cNvPr>
          <p:cNvSpPr/>
          <p:nvPr/>
        </p:nvSpPr>
        <p:spPr>
          <a:xfrm>
            <a:off x="1463040" y="1188720"/>
            <a:ext cx="1691640" cy="1143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 SYNTH
W3=W1+W2
F(8b)+A(8b)
16bit/cycle</a:t>
            </a:r>
          </a:p>
        </p:txBody>
      </p:sp>
      <p:cxnSp>
        <p:nvCxnSpPr>
          <p:cNvPr id="13" name="Connector 13">
            <a:extLst>
              <a:ext uri="{FF2B5EF4-FFF2-40B4-BE49-F238E27FC236}">
                <a16:creationId xmlns:a16="http://schemas.microsoft.com/office/drawing/2014/main" id="{4D2DBB9D-283F-C4BF-5297-2EF0E730DF60}"/>
              </a:ext>
            </a:extLst>
          </p:cNvPr>
          <p:cNvCxnSpPr/>
          <p:nvPr/>
        </p:nvCxnSpPr>
        <p:spPr>
          <a:xfrm>
            <a:off x="1325880" y="1344168"/>
            <a:ext cx="13716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4">
            <a:extLst>
              <a:ext uri="{FF2B5EF4-FFF2-40B4-BE49-F238E27FC236}">
                <a16:creationId xmlns:a16="http://schemas.microsoft.com/office/drawing/2014/main" id="{2641D7E2-D251-08F7-38C2-0AA6EC6064F0}"/>
              </a:ext>
            </a:extLst>
          </p:cNvPr>
          <p:cNvCxnSpPr/>
          <p:nvPr/>
        </p:nvCxnSpPr>
        <p:spPr>
          <a:xfrm>
            <a:off x="1325880" y="2167128"/>
            <a:ext cx="137160" cy="0"/>
          </a:xfrm>
          <a:prstGeom prst="line">
            <a:avLst/>
          </a:prstGeom>
          <a:ln w="254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5">
            <a:extLst>
              <a:ext uri="{FF2B5EF4-FFF2-40B4-BE49-F238E27FC236}">
                <a16:creationId xmlns:a16="http://schemas.microsoft.com/office/drawing/2014/main" id="{316452DD-6123-575B-ADFF-D67B6FBCAE18}"/>
              </a:ext>
            </a:extLst>
          </p:cNvPr>
          <p:cNvSpPr/>
          <p:nvPr/>
        </p:nvSpPr>
        <p:spPr>
          <a:xfrm>
            <a:off x="3291840" y="1051560"/>
            <a:ext cx="1371600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+W3
Synth Wave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A5307D7-1123-C850-D8B3-4686FE8420DD}"/>
              </a:ext>
            </a:extLst>
          </p:cNvPr>
          <p:cNvSpPr/>
          <p:nvPr/>
        </p:nvSpPr>
        <p:spPr>
          <a:xfrm>
            <a:off x="3291840" y="1874519"/>
            <a:ext cx="1371600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-W3
Inv. Phase</a:t>
            </a:r>
          </a:p>
        </p:txBody>
      </p: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8B5E017B-18C0-E01F-B7D8-D743715BADA8}"/>
              </a:ext>
            </a:extLst>
          </p:cNvPr>
          <p:cNvCxnSpPr/>
          <p:nvPr/>
        </p:nvCxnSpPr>
        <p:spPr>
          <a:xfrm>
            <a:off x="3154680" y="1344168"/>
            <a:ext cx="137160" cy="0"/>
          </a:xfrm>
          <a:prstGeom prst="line">
            <a:avLst/>
          </a:prstGeom>
          <a:ln w="254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B58CFCB9-A53A-B9CE-854D-63337AC75368}"/>
              </a:ext>
            </a:extLst>
          </p:cNvPr>
          <p:cNvCxnSpPr/>
          <p:nvPr/>
        </p:nvCxnSpPr>
        <p:spPr>
          <a:xfrm>
            <a:off x="3154680" y="2167128"/>
            <a:ext cx="137160" cy="0"/>
          </a:xfrm>
          <a:prstGeom prst="line">
            <a:avLst/>
          </a:prstGeom>
          <a:ln w="254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9">
            <a:extLst>
              <a:ext uri="{FF2B5EF4-FFF2-40B4-BE49-F238E27FC236}">
                <a16:creationId xmlns:a16="http://schemas.microsoft.com/office/drawing/2014/main" id="{7EF1DE03-EA16-2E0C-5460-77B3C8392EA3}"/>
              </a:ext>
            </a:extLst>
          </p:cNvPr>
          <p:cNvCxnSpPr/>
          <p:nvPr/>
        </p:nvCxnSpPr>
        <p:spPr>
          <a:xfrm>
            <a:off x="4800600" y="1344168"/>
            <a:ext cx="3291840" cy="0"/>
          </a:xfrm>
          <a:prstGeom prst="line">
            <a:avLst/>
          </a:prstGeom>
          <a:ln w="381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20">
            <a:extLst>
              <a:ext uri="{FF2B5EF4-FFF2-40B4-BE49-F238E27FC236}">
                <a16:creationId xmlns:a16="http://schemas.microsoft.com/office/drawing/2014/main" id="{C6031DC7-9C3A-2FFE-86D0-87C45FE55540}"/>
              </a:ext>
            </a:extLst>
          </p:cNvPr>
          <p:cNvCxnSpPr/>
          <p:nvPr/>
        </p:nvCxnSpPr>
        <p:spPr>
          <a:xfrm>
            <a:off x="4800600" y="2167128"/>
            <a:ext cx="3291840" cy="0"/>
          </a:xfrm>
          <a:prstGeom prst="line">
            <a:avLst/>
          </a:prstGeom>
          <a:ln w="381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1">
            <a:extLst>
              <a:ext uri="{FF2B5EF4-FFF2-40B4-BE49-F238E27FC236}">
                <a16:creationId xmlns:a16="http://schemas.microsoft.com/office/drawing/2014/main" id="{2A100575-7DD4-5BA6-2CE2-A73AA7F948D2}"/>
              </a:ext>
            </a:extLst>
          </p:cNvPr>
          <p:cNvCxnSpPr/>
          <p:nvPr/>
        </p:nvCxnSpPr>
        <p:spPr>
          <a:xfrm>
            <a:off x="4663440" y="1344168"/>
            <a:ext cx="137160" cy="0"/>
          </a:xfrm>
          <a:prstGeom prst="line">
            <a:avLst/>
          </a:prstGeom>
          <a:ln w="254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2">
            <a:extLst>
              <a:ext uri="{FF2B5EF4-FFF2-40B4-BE49-F238E27FC236}">
                <a16:creationId xmlns:a16="http://schemas.microsoft.com/office/drawing/2014/main" id="{77F1A4E3-76E8-E160-4DBD-39781D4330C9}"/>
              </a:ext>
            </a:extLst>
          </p:cNvPr>
          <p:cNvCxnSpPr/>
          <p:nvPr/>
        </p:nvCxnSpPr>
        <p:spPr>
          <a:xfrm>
            <a:off x="4663440" y="2167128"/>
            <a:ext cx="137160" cy="0"/>
          </a:xfrm>
          <a:prstGeom prst="line">
            <a:avLst/>
          </a:prstGeom>
          <a:ln w="254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F89A2AE-D754-8358-FBD1-8F5012C33B26}"/>
              </a:ext>
            </a:extLst>
          </p:cNvPr>
          <p:cNvSpPr txBox="1"/>
          <p:nvPr/>
        </p:nvSpPr>
        <p:spPr>
          <a:xfrm>
            <a:off x="4800600" y="1111330"/>
            <a:ext cx="1828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838F"/>
                </a:solidFill>
              </a:rPr>
              <a:t>Wire 1  (+W3)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4F7951-440C-D382-A684-C8ACA45BFF7F}"/>
              </a:ext>
            </a:extLst>
          </p:cNvPr>
          <p:cNvSpPr txBox="1"/>
          <p:nvPr/>
        </p:nvSpPr>
        <p:spPr>
          <a:xfrm>
            <a:off x="4800600" y="2181178"/>
            <a:ext cx="1828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BF360C"/>
                </a:solidFill>
              </a:rPr>
              <a:t>Wire 2  (-W3)</a:t>
            </a:r>
          </a:p>
        </p:txBody>
      </p:sp>
      <p:cxnSp>
        <p:nvCxnSpPr>
          <p:cNvPr id="25" name="Connector 25">
            <a:extLst>
              <a:ext uri="{FF2B5EF4-FFF2-40B4-BE49-F238E27FC236}">
                <a16:creationId xmlns:a16="http://schemas.microsoft.com/office/drawing/2014/main" id="{245CB639-1F3D-246C-30C7-EFD1904B5212}"/>
              </a:ext>
            </a:extLst>
          </p:cNvPr>
          <p:cNvCxnSpPr/>
          <p:nvPr/>
        </p:nvCxnSpPr>
        <p:spPr>
          <a:xfrm>
            <a:off x="480060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FF69022-8F3A-F542-9ED9-81E31FED7C28}"/>
              </a:ext>
            </a:extLst>
          </p:cNvPr>
          <p:cNvSpPr txBox="1"/>
          <p:nvPr/>
        </p:nvSpPr>
        <p:spPr>
          <a:xfrm>
            <a:off x="4617720" y="2821257"/>
            <a:ext cx="51206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0mm</a:t>
            </a:r>
          </a:p>
        </p:txBody>
      </p:sp>
      <p:cxnSp>
        <p:nvCxnSpPr>
          <p:cNvPr id="27" name="Connector 27">
            <a:extLst>
              <a:ext uri="{FF2B5EF4-FFF2-40B4-BE49-F238E27FC236}">
                <a16:creationId xmlns:a16="http://schemas.microsoft.com/office/drawing/2014/main" id="{AA459852-A091-40B3-4DD3-F630139285D9}"/>
              </a:ext>
            </a:extLst>
          </p:cNvPr>
          <p:cNvCxnSpPr/>
          <p:nvPr/>
        </p:nvCxnSpPr>
        <p:spPr>
          <a:xfrm>
            <a:off x="562356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84B98F1-B81B-3FAD-C6A7-B61DFED90BF2}"/>
              </a:ext>
            </a:extLst>
          </p:cNvPr>
          <p:cNvSpPr txBox="1"/>
          <p:nvPr/>
        </p:nvSpPr>
        <p:spPr>
          <a:xfrm>
            <a:off x="5440679" y="2821257"/>
            <a:ext cx="50291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3mm</a:t>
            </a:r>
          </a:p>
        </p:txBody>
      </p:sp>
      <p:cxnSp>
        <p:nvCxnSpPr>
          <p:cNvPr id="29" name="Connector 29">
            <a:extLst>
              <a:ext uri="{FF2B5EF4-FFF2-40B4-BE49-F238E27FC236}">
                <a16:creationId xmlns:a16="http://schemas.microsoft.com/office/drawing/2014/main" id="{8A37BB45-A902-CCB9-F58E-199A0A239C41}"/>
              </a:ext>
            </a:extLst>
          </p:cNvPr>
          <p:cNvCxnSpPr/>
          <p:nvPr/>
        </p:nvCxnSpPr>
        <p:spPr>
          <a:xfrm>
            <a:off x="644652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A69E155-DE12-D66E-5DB0-A24F88168EAF}"/>
              </a:ext>
            </a:extLst>
          </p:cNvPr>
          <p:cNvSpPr txBox="1"/>
          <p:nvPr/>
        </p:nvSpPr>
        <p:spPr>
          <a:xfrm>
            <a:off x="6263640" y="2821257"/>
            <a:ext cx="50291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6mm</a:t>
            </a:r>
          </a:p>
        </p:txBody>
      </p:sp>
      <p:cxnSp>
        <p:nvCxnSpPr>
          <p:cNvPr id="31" name="Connector 31">
            <a:extLst>
              <a:ext uri="{FF2B5EF4-FFF2-40B4-BE49-F238E27FC236}">
                <a16:creationId xmlns:a16="http://schemas.microsoft.com/office/drawing/2014/main" id="{3BD0A98A-3C9F-0587-CC50-FA1F115DAE59}"/>
              </a:ext>
            </a:extLst>
          </p:cNvPr>
          <p:cNvCxnSpPr/>
          <p:nvPr/>
        </p:nvCxnSpPr>
        <p:spPr>
          <a:xfrm>
            <a:off x="7269479" y="1234440"/>
            <a:ext cx="0" cy="201168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048DAF0-18D6-3AD1-AC3D-A1F5F7979769}"/>
              </a:ext>
            </a:extLst>
          </p:cNvPr>
          <p:cNvSpPr txBox="1"/>
          <p:nvPr/>
        </p:nvSpPr>
        <p:spPr>
          <a:xfrm>
            <a:off x="6949440" y="3138285"/>
            <a:ext cx="6400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2E7D32"/>
                </a:solidFill>
              </a:rPr>
              <a:t>9mm
DATA READ</a:t>
            </a:r>
          </a:p>
        </p:txBody>
      </p:sp>
      <p:cxnSp>
        <p:nvCxnSpPr>
          <p:cNvPr id="33" name="Connector 33">
            <a:extLst>
              <a:ext uri="{FF2B5EF4-FFF2-40B4-BE49-F238E27FC236}">
                <a16:creationId xmlns:a16="http://schemas.microsoft.com/office/drawing/2014/main" id="{E56862F1-FCCF-C232-6055-99CA021FA84F}"/>
              </a:ext>
            </a:extLst>
          </p:cNvPr>
          <p:cNvCxnSpPr/>
          <p:nvPr/>
        </p:nvCxnSpPr>
        <p:spPr>
          <a:xfrm>
            <a:off x="8092440" y="1234440"/>
            <a:ext cx="0" cy="201168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5283D3B-8237-97DE-E75D-0F551998679E}"/>
              </a:ext>
            </a:extLst>
          </p:cNvPr>
          <p:cNvSpPr txBox="1"/>
          <p:nvPr/>
        </p:nvSpPr>
        <p:spPr>
          <a:xfrm>
            <a:off x="7772400" y="3138285"/>
            <a:ext cx="6400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E65100"/>
                </a:solidFill>
              </a:rPr>
              <a:t>12mm
NC SHORT</a:t>
            </a:r>
          </a:p>
        </p:txBody>
      </p:sp>
      <p:cxnSp>
        <p:nvCxnSpPr>
          <p:cNvPr id="35" name="Connector 35">
            <a:extLst>
              <a:ext uri="{FF2B5EF4-FFF2-40B4-BE49-F238E27FC236}">
                <a16:creationId xmlns:a16="http://schemas.microsoft.com/office/drawing/2014/main" id="{88912C5C-838B-FEE3-3400-8FAACE3F32C9}"/>
              </a:ext>
            </a:extLst>
          </p:cNvPr>
          <p:cNvCxnSpPr/>
          <p:nvPr/>
        </p:nvCxnSpPr>
        <p:spPr>
          <a:xfrm>
            <a:off x="4800600" y="3611880"/>
            <a:ext cx="2468879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24DDB6C-98F1-9872-DE06-6946122CA4EA}"/>
              </a:ext>
            </a:extLst>
          </p:cNvPr>
          <p:cNvSpPr txBox="1"/>
          <p:nvPr/>
        </p:nvSpPr>
        <p:spPr>
          <a:xfrm>
            <a:off x="5440680" y="3589353"/>
            <a:ext cx="1051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78909C"/>
                </a:solidFill>
              </a:rPr>
              <a:t>9mm (3x3mm)</a:t>
            </a:r>
          </a:p>
        </p:txBody>
      </p:sp>
      <p:cxnSp>
        <p:nvCxnSpPr>
          <p:cNvPr id="37" name="Connector 37">
            <a:extLst>
              <a:ext uri="{FF2B5EF4-FFF2-40B4-BE49-F238E27FC236}">
                <a16:creationId xmlns:a16="http://schemas.microsoft.com/office/drawing/2014/main" id="{5E5F5C9A-46F3-B8E1-6F7C-8CFD48830D77}"/>
              </a:ext>
            </a:extLst>
          </p:cNvPr>
          <p:cNvCxnSpPr/>
          <p:nvPr/>
        </p:nvCxnSpPr>
        <p:spPr>
          <a:xfrm>
            <a:off x="4800600" y="3822191"/>
            <a:ext cx="329184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28B4FA-A1C1-9A88-14D6-17DE2B251E5B}"/>
              </a:ext>
            </a:extLst>
          </p:cNvPr>
          <p:cNvSpPr txBox="1"/>
          <p:nvPr/>
        </p:nvSpPr>
        <p:spPr>
          <a:xfrm>
            <a:off x="5943599" y="3799665"/>
            <a:ext cx="132587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78909C"/>
                </a:solidFill>
              </a:rPr>
              <a:t>12mm (4x3mm)</a:t>
            </a:r>
          </a:p>
        </p:txBody>
      </p:sp>
      <p:cxnSp>
        <p:nvCxnSpPr>
          <p:cNvPr id="39" name="Connector 39">
            <a:extLst>
              <a:ext uri="{FF2B5EF4-FFF2-40B4-BE49-F238E27FC236}">
                <a16:creationId xmlns:a16="http://schemas.microsoft.com/office/drawing/2014/main" id="{B4578B0D-B34B-421D-BA58-365153E32A90}"/>
              </a:ext>
            </a:extLst>
          </p:cNvPr>
          <p:cNvCxnSpPr/>
          <p:nvPr/>
        </p:nvCxnSpPr>
        <p:spPr>
          <a:xfrm>
            <a:off x="8092440" y="1344168"/>
            <a:ext cx="0" cy="822960"/>
          </a:xfrm>
          <a:prstGeom prst="line">
            <a:avLst/>
          </a:prstGeom>
          <a:ln w="50800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718CB9F-D6E0-5E20-F01B-7178045794F2}"/>
              </a:ext>
            </a:extLst>
          </p:cNvPr>
          <p:cNvSpPr txBox="1"/>
          <p:nvPr/>
        </p:nvSpPr>
        <p:spPr>
          <a:xfrm>
            <a:off x="8138160" y="1632537"/>
            <a:ext cx="5486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B71C1C"/>
                </a:solidFill>
              </a:rPr>
              <a:t>SHORT</a:t>
            </a:r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01E0D6A5-4EBE-7597-7CE5-E9B3338C03A2}"/>
              </a:ext>
            </a:extLst>
          </p:cNvPr>
          <p:cNvSpPr/>
          <p:nvPr/>
        </p:nvSpPr>
        <p:spPr>
          <a:xfrm>
            <a:off x="8138160" y="1024128"/>
            <a:ext cx="16459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1st DATA  t+50ps</a:t>
            </a:r>
          </a:p>
        </p:txBody>
      </p:sp>
      <p:cxnSp>
        <p:nvCxnSpPr>
          <p:cNvPr id="42" name="Connector 42">
            <a:extLst>
              <a:ext uri="{FF2B5EF4-FFF2-40B4-BE49-F238E27FC236}">
                <a16:creationId xmlns:a16="http://schemas.microsoft.com/office/drawing/2014/main" id="{90E373FF-323A-95CD-F25C-2D58142E7F95}"/>
              </a:ext>
            </a:extLst>
          </p:cNvPr>
          <p:cNvCxnSpPr/>
          <p:nvPr/>
        </p:nvCxnSpPr>
        <p:spPr>
          <a:xfrm flipV="1">
            <a:off x="7269479" y="1252728"/>
            <a:ext cx="868681" cy="91440"/>
          </a:xfrm>
          <a:prstGeom prst="line">
            <a:avLst/>
          </a:prstGeom>
          <a:ln w="19050">
            <a:solidFill>
              <a:srgbClr val="1B5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3">
            <a:extLst>
              <a:ext uri="{FF2B5EF4-FFF2-40B4-BE49-F238E27FC236}">
                <a16:creationId xmlns:a16="http://schemas.microsoft.com/office/drawing/2014/main" id="{B1926979-2EFD-D87D-E443-B99CB08218E3}"/>
              </a:ext>
            </a:extLst>
          </p:cNvPr>
          <p:cNvSpPr/>
          <p:nvPr/>
        </p:nvSpPr>
        <p:spPr>
          <a:xfrm>
            <a:off x="8138160" y="1554480"/>
            <a:ext cx="16459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2nd DATA  t+150ps</a:t>
            </a:r>
          </a:p>
        </p:txBody>
      </p:sp>
      <p:cxnSp>
        <p:nvCxnSpPr>
          <p:cNvPr id="44" name="Connector 44">
            <a:extLst>
              <a:ext uri="{FF2B5EF4-FFF2-40B4-BE49-F238E27FC236}">
                <a16:creationId xmlns:a16="http://schemas.microsoft.com/office/drawing/2014/main" id="{351907C2-4E99-7705-966E-E372CE9E01B8}"/>
              </a:ext>
            </a:extLst>
          </p:cNvPr>
          <p:cNvCxnSpPr/>
          <p:nvPr/>
        </p:nvCxnSpPr>
        <p:spPr>
          <a:xfrm>
            <a:off x="7269479" y="1344168"/>
            <a:ext cx="868681" cy="438912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5">
            <a:extLst>
              <a:ext uri="{FF2B5EF4-FFF2-40B4-BE49-F238E27FC236}">
                <a16:creationId xmlns:a16="http://schemas.microsoft.com/office/drawing/2014/main" id="{B58B2692-A978-D851-F586-76F74727DA95}"/>
              </a:ext>
            </a:extLst>
          </p:cNvPr>
          <p:cNvSpPr/>
          <p:nvPr/>
        </p:nvSpPr>
        <p:spPr>
          <a:xfrm>
            <a:off x="8138160" y="2084832"/>
            <a:ext cx="1645920" cy="45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3rd DATA  t+250ps</a:t>
            </a:r>
          </a:p>
        </p:txBody>
      </p:sp>
      <p:cxnSp>
        <p:nvCxnSpPr>
          <p:cNvPr id="46" name="Connector 46">
            <a:extLst>
              <a:ext uri="{FF2B5EF4-FFF2-40B4-BE49-F238E27FC236}">
                <a16:creationId xmlns:a16="http://schemas.microsoft.com/office/drawing/2014/main" id="{7FA85CA8-FD73-5B4B-B3E9-469BFF19D1AB}"/>
              </a:ext>
            </a:extLst>
          </p:cNvPr>
          <p:cNvCxnSpPr/>
          <p:nvPr/>
        </p:nvCxnSpPr>
        <p:spPr>
          <a:xfrm>
            <a:off x="7269479" y="1344168"/>
            <a:ext cx="868681" cy="969264"/>
          </a:xfrm>
          <a:prstGeom prst="line">
            <a:avLst/>
          </a:prstGeom>
          <a:ln w="19050">
            <a:solidFill>
              <a:srgbClr val="388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7">
            <a:extLst>
              <a:ext uri="{FF2B5EF4-FFF2-40B4-BE49-F238E27FC236}">
                <a16:creationId xmlns:a16="http://schemas.microsoft.com/office/drawing/2014/main" id="{E3205616-F256-52EC-5502-53651D278117}"/>
              </a:ext>
            </a:extLst>
          </p:cNvPr>
          <p:cNvSpPr/>
          <p:nvPr/>
        </p:nvSpPr>
        <p:spPr>
          <a:xfrm>
            <a:off x="8138160" y="2697480"/>
            <a:ext cx="16459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OUTPUT
16bit x3=48bit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6F1A8329-8E92-7A94-997D-82371DC82DB8}"/>
              </a:ext>
            </a:extLst>
          </p:cNvPr>
          <p:cNvSpPr/>
          <p:nvPr/>
        </p:nvSpPr>
        <p:spPr>
          <a:xfrm>
            <a:off x="9921240" y="1024128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NC-1   t+100ps</a:t>
            </a:r>
          </a:p>
        </p:txBody>
      </p:sp>
      <p:cxnSp>
        <p:nvCxnSpPr>
          <p:cNvPr id="49" name="Connector 49">
            <a:extLst>
              <a:ext uri="{FF2B5EF4-FFF2-40B4-BE49-F238E27FC236}">
                <a16:creationId xmlns:a16="http://schemas.microsoft.com/office/drawing/2014/main" id="{9304FF30-37C6-E045-0BAD-7E13899D0281}"/>
              </a:ext>
            </a:extLst>
          </p:cNvPr>
          <p:cNvCxnSpPr/>
          <p:nvPr/>
        </p:nvCxnSpPr>
        <p:spPr>
          <a:xfrm flipV="1">
            <a:off x="8092440" y="1252728"/>
            <a:ext cx="1828800" cy="91440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50">
            <a:extLst>
              <a:ext uri="{FF2B5EF4-FFF2-40B4-BE49-F238E27FC236}">
                <a16:creationId xmlns:a16="http://schemas.microsoft.com/office/drawing/2014/main" id="{5E0E7B5B-B30C-B912-2CAD-93E4224EB91C}"/>
              </a:ext>
            </a:extLst>
          </p:cNvPr>
          <p:cNvCxnSpPr/>
          <p:nvPr/>
        </p:nvCxnSpPr>
        <p:spPr>
          <a:xfrm flipV="1">
            <a:off x="8092440" y="1252728"/>
            <a:ext cx="3931919" cy="914400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1">
            <a:extLst>
              <a:ext uri="{FF2B5EF4-FFF2-40B4-BE49-F238E27FC236}">
                <a16:creationId xmlns:a16="http://schemas.microsoft.com/office/drawing/2014/main" id="{F78D6A27-6B55-D54B-D2F8-7618341B46AD}"/>
              </a:ext>
            </a:extLst>
          </p:cNvPr>
          <p:cNvSpPr/>
          <p:nvPr/>
        </p:nvSpPr>
        <p:spPr>
          <a:xfrm>
            <a:off x="9921240" y="1554480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NC-2   t+200ps</a:t>
            </a:r>
          </a:p>
        </p:txBody>
      </p:sp>
      <p:cxnSp>
        <p:nvCxnSpPr>
          <p:cNvPr id="52" name="Connector 52">
            <a:extLst>
              <a:ext uri="{FF2B5EF4-FFF2-40B4-BE49-F238E27FC236}">
                <a16:creationId xmlns:a16="http://schemas.microsoft.com/office/drawing/2014/main" id="{F1164606-7B07-2924-8CCE-1173D9B427BA}"/>
              </a:ext>
            </a:extLst>
          </p:cNvPr>
          <p:cNvCxnSpPr/>
          <p:nvPr/>
        </p:nvCxnSpPr>
        <p:spPr>
          <a:xfrm>
            <a:off x="8092440" y="1344168"/>
            <a:ext cx="1828800" cy="438912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3">
            <a:extLst>
              <a:ext uri="{FF2B5EF4-FFF2-40B4-BE49-F238E27FC236}">
                <a16:creationId xmlns:a16="http://schemas.microsoft.com/office/drawing/2014/main" id="{AA1E1E09-B2F4-D9C0-4610-8673CB6523A0}"/>
              </a:ext>
            </a:extLst>
          </p:cNvPr>
          <p:cNvCxnSpPr/>
          <p:nvPr/>
        </p:nvCxnSpPr>
        <p:spPr>
          <a:xfrm flipV="1">
            <a:off x="8092440" y="1783080"/>
            <a:ext cx="3931919" cy="384048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4">
            <a:extLst>
              <a:ext uri="{FF2B5EF4-FFF2-40B4-BE49-F238E27FC236}">
                <a16:creationId xmlns:a16="http://schemas.microsoft.com/office/drawing/2014/main" id="{251A9966-DCCD-55F7-DE30-8B126E38A1EF}"/>
              </a:ext>
            </a:extLst>
          </p:cNvPr>
          <p:cNvSpPr/>
          <p:nvPr/>
        </p:nvSpPr>
        <p:spPr>
          <a:xfrm>
            <a:off x="9921240" y="2084832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NC-3   t+300ps</a:t>
            </a:r>
          </a:p>
        </p:txBody>
      </p:sp>
      <p:cxnSp>
        <p:nvCxnSpPr>
          <p:cNvPr id="55" name="Connector 55">
            <a:extLst>
              <a:ext uri="{FF2B5EF4-FFF2-40B4-BE49-F238E27FC236}">
                <a16:creationId xmlns:a16="http://schemas.microsoft.com/office/drawing/2014/main" id="{A21A3420-5131-9E8A-45DE-AD70EAE3F28A}"/>
              </a:ext>
            </a:extLst>
          </p:cNvPr>
          <p:cNvCxnSpPr/>
          <p:nvPr/>
        </p:nvCxnSpPr>
        <p:spPr>
          <a:xfrm>
            <a:off x="8092440" y="1344168"/>
            <a:ext cx="1828800" cy="969264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6">
            <a:extLst>
              <a:ext uri="{FF2B5EF4-FFF2-40B4-BE49-F238E27FC236}">
                <a16:creationId xmlns:a16="http://schemas.microsoft.com/office/drawing/2014/main" id="{9FAC1486-8F64-E680-32F2-00D93657C488}"/>
              </a:ext>
            </a:extLst>
          </p:cNvPr>
          <p:cNvCxnSpPr/>
          <p:nvPr/>
        </p:nvCxnSpPr>
        <p:spPr>
          <a:xfrm>
            <a:off x="8092440" y="2167128"/>
            <a:ext cx="3931919" cy="146304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7">
            <a:extLst>
              <a:ext uri="{FF2B5EF4-FFF2-40B4-BE49-F238E27FC236}">
                <a16:creationId xmlns:a16="http://schemas.microsoft.com/office/drawing/2014/main" id="{628E4C35-AB0D-D11C-73A2-60B89AC28D62}"/>
              </a:ext>
            </a:extLst>
          </p:cNvPr>
          <p:cNvSpPr/>
          <p:nvPr/>
        </p:nvSpPr>
        <p:spPr>
          <a:xfrm>
            <a:off x="9921240" y="2697480"/>
            <a:ext cx="2103120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+W3+(-W3)=0
SIGNAL FLAT OK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95351D-6C64-2BF9-9A69-2A2C88543FE7}"/>
              </a:ext>
            </a:extLst>
          </p:cNvPr>
          <p:cNvSpPr txBox="1"/>
          <p:nvPr/>
        </p:nvSpPr>
        <p:spPr>
          <a:xfrm>
            <a:off x="146304" y="3815166"/>
            <a:ext cx="1188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1A237E"/>
                </a:solidFill>
              </a:rPr>
              <a:t>(7) TIMING DIAGRAM   Method-B   10GHz  |  1 cycle=100ps  |  3 cycles=300ps for 3 data</a:t>
            </a:r>
          </a:p>
        </p:txBody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70C3876C-B500-D595-C3F4-3FA3BEC22877}"/>
              </a:ext>
            </a:extLst>
          </p:cNvPr>
          <p:cNvSpPr/>
          <p:nvPr/>
        </p:nvSpPr>
        <p:spPr>
          <a:xfrm>
            <a:off x="182880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0A45ABF3-3345-0EEB-16B1-5E43BB26D802}"/>
              </a:ext>
            </a:extLst>
          </p:cNvPr>
          <p:cNvSpPr/>
          <p:nvPr/>
        </p:nvSpPr>
        <p:spPr>
          <a:xfrm>
            <a:off x="192024" y="4315968"/>
            <a:ext cx="1938528" cy="6492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1st DATA
50ps
(50/100GHz)</a:t>
            </a:r>
          </a:p>
        </p:txBody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592833A1-7E02-C2DD-6626-4BA35D423B01}"/>
              </a:ext>
            </a:extLst>
          </p:cNvPr>
          <p:cNvSpPr/>
          <p:nvPr/>
        </p:nvSpPr>
        <p:spPr>
          <a:xfrm>
            <a:off x="214884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EE440B-48D1-4A2B-795E-2A84A05CFA1A}"/>
              </a:ext>
            </a:extLst>
          </p:cNvPr>
          <p:cNvSpPr txBox="1"/>
          <p:nvPr/>
        </p:nvSpPr>
        <p:spPr>
          <a:xfrm>
            <a:off x="137160" y="4021240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37474F"/>
                </a:solidFill>
              </a:rPr>
              <a:t>Cycle 1  (0~100ps)</a:t>
            </a:r>
          </a:p>
        </p:txBody>
      </p:sp>
      <p:cxnSp>
        <p:nvCxnSpPr>
          <p:cNvPr id="63" name="Connector 63">
            <a:extLst>
              <a:ext uri="{FF2B5EF4-FFF2-40B4-BE49-F238E27FC236}">
                <a16:creationId xmlns:a16="http://schemas.microsoft.com/office/drawing/2014/main" id="{422E1310-2160-B4EB-E8EA-ED93B1C7F72E}"/>
              </a:ext>
            </a:extLst>
          </p:cNvPr>
          <p:cNvCxnSpPr>
            <a:cxnSpLocks/>
          </p:cNvCxnSpPr>
          <p:nvPr/>
        </p:nvCxnSpPr>
        <p:spPr>
          <a:xfrm>
            <a:off x="182880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3556FBE-EF01-7329-CD9A-52D18EB0A3B2}"/>
              </a:ext>
            </a:extLst>
          </p:cNvPr>
          <p:cNvSpPr txBox="1"/>
          <p:nvPr/>
        </p:nvSpPr>
        <p:spPr>
          <a:xfrm>
            <a:off x="18288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0ps</a:t>
            </a:r>
          </a:p>
        </p:txBody>
      </p:sp>
      <p:cxnSp>
        <p:nvCxnSpPr>
          <p:cNvPr id="65" name="Connector 65">
            <a:extLst>
              <a:ext uri="{FF2B5EF4-FFF2-40B4-BE49-F238E27FC236}">
                <a16:creationId xmlns:a16="http://schemas.microsoft.com/office/drawing/2014/main" id="{C891F52A-ED0D-1C35-3906-7CD34DEA5647}"/>
              </a:ext>
            </a:extLst>
          </p:cNvPr>
          <p:cNvCxnSpPr>
            <a:cxnSpLocks/>
          </p:cNvCxnSpPr>
          <p:nvPr/>
        </p:nvCxnSpPr>
        <p:spPr>
          <a:xfrm>
            <a:off x="576072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F139025-936F-AD25-BB0E-50B5B17A05E6}"/>
              </a:ext>
            </a:extLst>
          </p:cNvPr>
          <p:cNvSpPr txBox="1"/>
          <p:nvPr/>
        </p:nvSpPr>
        <p:spPr>
          <a:xfrm>
            <a:off x="411480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10ps</a:t>
            </a:r>
          </a:p>
        </p:txBody>
      </p:sp>
      <p:cxnSp>
        <p:nvCxnSpPr>
          <p:cNvPr id="67" name="Connector 67">
            <a:extLst>
              <a:ext uri="{FF2B5EF4-FFF2-40B4-BE49-F238E27FC236}">
                <a16:creationId xmlns:a16="http://schemas.microsoft.com/office/drawing/2014/main" id="{98C4FEAD-C4B1-494E-7BBD-EAE356616489}"/>
              </a:ext>
            </a:extLst>
          </p:cNvPr>
          <p:cNvCxnSpPr>
            <a:cxnSpLocks/>
          </p:cNvCxnSpPr>
          <p:nvPr/>
        </p:nvCxnSpPr>
        <p:spPr>
          <a:xfrm>
            <a:off x="969264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E99A095-93BB-79CB-435B-2BF1E9851DE3}"/>
              </a:ext>
            </a:extLst>
          </p:cNvPr>
          <p:cNvSpPr txBox="1"/>
          <p:nvPr/>
        </p:nvSpPr>
        <p:spPr>
          <a:xfrm>
            <a:off x="804672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20ps</a:t>
            </a:r>
          </a:p>
        </p:txBody>
      </p:sp>
      <p:cxnSp>
        <p:nvCxnSpPr>
          <p:cNvPr id="69" name="Connector 69">
            <a:extLst>
              <a:ext uri="{FF2B5EF4-FFF2-40B4-BE49-F238E27FC236}">
                <a16:creationId xmlns:a16="http://schemas.microsoft.com/office/drawing/2014/main" id="{84554012-8E97-8AA5-C521-DA9B27214C9F}"/>
              </a:ext>
            </a:extLst>
          </p:cNvPr>
          <p:cNvCxnSpPr>
            <a:cxnSpLocks/>
          </p:cNvCxnSpPr>
          <p:nvPr/>
        </p:nvCxnSpPr>
        <p:spPr>
          <a:xfrm>
            <a:off x="1362455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1C4E74E-4AD7-7604-3816-6799A3C12BC7}"/>
              </a:ext>
            </a:extLst>
          </p:cNvPr>
          <p:cNvSpPr txBox="1"/>
          <p:nvPr/>
        </p:nvSpPr>
        <p:spPr>
          <a:xfrm>
            <a:off x="1197863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30ps</a:t>
            </a:r>
          </a:p>
        </p:txBody>
      </p:sp>
      <p:cxnSp>
        <p:nvCxnSpPr>
          <p:cNvPr id="71" name="Connector 71">
            <a:extLst>
              <a:ext uri="{FF2B5EF4-FFF2-40B4-BE49-F238E27FC236}">
                <a16:creationId xmlns:a16="http://schemas.microsoft.com/office/drawing/2014/main" id="{6FBE92EB-74E5-85C4-FAC2-7C852654483A}"/>
              </a:ext>
            </a:extLst>
          </p:cNvPr>
          <p:cNvCxnSpPr>
            <a:cxnSpLocks/>
          </p:cNvCxnSpPr>
          <p:nvPr/>
        </p:nvCxnSpPr>
        <p:spPr>
          <a:xfrm>
            <a:off x="1755648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23D41DE-2DD5-9E4C-ED42-8FFAE1502AD5}"/>
              </a:ext>
            </a:extLst>
          </p:cNvPr>
          <p:cNvSpPr txBox="1"/>
          <p:nvPr/>
        </p:nvSpPr>
        <p:spPr>
          <a:xfrm>
            <a:off x="1591056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40ps</a:t>
            </a:r>
          </a:p>
        </p:txBody>
      </p:sp>
      <p:cxnSp>
        <p:nvCxnSpPr>
          <p:cNvPr id="73" name="Connector 73">
            <a:extLst>
              <a:ext uri="{FF2B5EF4-FFF2-40B4-BE49-F238E27FC236}">
                <a16:creationId xmlns:a16="http://schemas.microsoft.com/office/drawing/2014/main" id="{9EC1F86B-06AB-91CC-00E9-16AADF7AAC18}"/>
              </a:ext>
            </a:extLst>
          </p:cNvPr>
          <p:cNvCxnSpPr>
            <a:cxnSpLocks/>
          </p:cNvCxnSpPr>
          <p:nvPr/>
        </p:nvCxnSpPr>
        <p:spPr>
          <a:xfrm>
            <a:off x="2148840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DD6481A-6C2E-A6F7-F671-61A645E50EEB}"/>
              </a:ext>
            </a:extLst>
          </p:cNvPr>
          <p:cNvSpPr txBox="1"/>
          <p:nvPr/>
        </p:nvSpPr>
        <p:spPr>
          <a:xfrm>
            <a:off x="1984248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50ps</a:t>
            </a:r>
          </a:p>
        </p:txBody>
      </p:sp>
      <p:cxnSp>
        <p:nvCxnSpPr>
          <p:cNvPr id="75" name="Connector 75">
            <a:extLst>
              <a:ext uri="{FF2B5EF4-FFF2-40B4-BE49-F238E27FC236}">
                <a16:creationId xmlns:a16="http://schemas.microsoft.com/office/drawing/2014/main" id="{85AA6368-2195-62C5-FB33-FAFC593BAC65}"/>
              </a:ext>
            </a:extLst>
          </p:cNvPr>
          <p:cNvCxnSpPr>
            <a:cxnSpLocks/>
          </p:cNvCxnSpPr>
          <p:nvPr/>
        </p:nvCxnSpPr>
        <p:spPr>
          <a:xfrm>
            <a:off x="2542032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7D9C17C-5515-44B1-EDBA-5449E9013264}"/>
              </a:ext>
            </a:extLst>
          </p:cNvPr>
          <p:cNvSpPr txBox="1"/>
          <p:nvPr/>
        </p:nvSpPr>
        <p:spPr>
          <a:xfrm>
            <a:off x="2377439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60ps</a:t>
            </a:r>
          </a:p>
        </p:txBody>
      </p:sp>
      <p:cxnSp>
        <p:nvCxnSpPr>
          <p:cNvPr id="77" name="Connector 77">
            <a:extLst>
              <a:ext uri="{FF2B5EF4-FFF2-40B4-BE49-F238E27FC236}">
                <a16:creationId xmlns:a16="http://schemas.microsoft.com/office/drawing/2014/main" id="{C4ADF93D-D6CD-3666-5D19-2D5B9712DC91}"/>
              </a:ext>
            </a:extLst>
          </p:cNvPr>
          <p:cNvCxnSpPr>
            <a:cxnSpLocks/>
          </p:cNvCxnSpPr>
          <p:nvPr/>
        </p:nvCxnSpPr>
        <p:spPr>
          <a:xfrm>
            <a:off x="2935224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7991E76-D69A-968A-CD4F-4B4A8CBA4BF9}"/>
              </a:ext>
            </a:extLst>
          </p:cNvPr>
          <p:cNvSpPr txBox="1"/>
          <p:nvPr/>
        </p:nvSpPr>
        <p:spPr>
          <a:xfrm>
            <a:off x="2770632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70ps</a:t>
            </a:r>
          </a:p>
        </p:txBody>
      </p:sp>
      <p:cxnSp>
        <p:nvCxnSpPr>
          <p:cNvPr id="79" name="Connector 79">
            <a:extLst>
              <a:ext uri="{FF2B5EF4-FFF2-40B4-BE49-F238E27FC236}">
                <a16:creationId xmlns:a16="http://schemas.microsoft.com/office/drawing/2014/main" id="{99801049-F6EF-CC29-2DCB-88A71765B9B8}"/>
              </a:ext>
            </a:extLst>
          </p:cNvPr>
          <p:cNvCxnSpPr>
            <a:cxnSpLocks/>
          </p:cNvCxnSpPr>
          <p:nvPr/>
        </p:nvCxnSpPr>
        <p:spPr>
          <a:xfrm>
            <a:off x="3328416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0B60F0A-75EC-7D32-B96B-85B38A5524C1}"/>
              </a:ext>
            </a:extLst>
          </p:cNvPr>
          <p:cNvSpPr txBox="1"/>
          <p:nvPr/>
        </p:nvSpPr>
        <p:spPr>
          <a:xfrm>
            <a:off x="3163824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80ps</a:t>
            </a:r>
          </a:p>
        </p:txBody>
      </p:sp>
      <p:cxnSp>
        <p:nvCxnSpPr>
          <p:cNvPr id="81" name="Connector 81">
            <a:extLst>
              <a:ext uri="{FF2B5EF4-FFF2-40B4-BE49-F238E27FC236}">
                <a16:creationId xmlns:a16="http://schemas.microsoft.com/office/drawing/2014/main" id="{247352AF-EE2D-F71E-585C-36C2EF6977A5}"/>
              </a:ext>
            </a:extLst>
          </p:cNvPr>
          <p:cNvCxnSpPr>
            <a:cxnSpLocks/>
          </p:cNvCxnSpPr>
          <p:nvPr/>
        </p:nvCxnSpPr>
        <p:spPr>
          <a:xfrm>
            <a:off x="3721607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37842D5-9B59-12F6-CF5B-4F9BD925F840}"/>
              </a:ext>
            </a:extLst>
          </p:cNvPr>
          <p:cNvSpPr txBox="1"/>
          <p:nvPr/>
        </p:nvSpPr>
        <p:spPr>
          <a:xfrm>
            <a:off x="3557015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90ps</a:t>
            </a:r>
          </a:p>
        </p:txBody>
      </p:sp>
      <p:cxnSp>
        <p:nvCxnSpPr>
          <p:cNvPr id="83" name="Connector 83">
            <a:extLst>
              <a:ext uri="{FF2B5EF4-FFF2-40B4-BE49-F238E27FC236}">
                <a16:creationId xmlns:a16="http://schemas.microsoft.com/office/drawing/2014/main" id="{45EF5CF3-2A3B-7B45-DE36-FD993ADF917B}"/>
              </a:ext>
            </a:extLst>
          </p:cNvPr>
          <p:cNvCxnSpPr>
            <a:cxnSpLocks/>
          </p:cNvCxnSpPr>
          <p:nvPr/>
        </p:nvCxnSpPr>
        <p:spPr>
          <a:xfrm>
            <a:off x="411480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5">
            <a:extLst>
              <a:ext uri="{FF2B5EF4-FFF2-40B4-BE49-F238E27FC236}">
                <a16:creationId xmlns:a16="http://schemas.microsoft.com/office/drawing/2014/main" id="{5F95E06D-453B-DD1F-C7C5-D84929F3A51E}"/>
              </a:ext>
            </a:extLst>
          </p:cNvPr>
          <p:cNvCxnSpPr/>
          <p:nvPr/>
        </p:nvCxnSpPr>
        <p:spPr>
          <a:xfrm>
            <a:off x="214884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6">
            <a:extLst>
              <a:ext uri="{FF2B5EF4-FFF2-40B4-BE49-F238E27FC236}">
                <a16:creationId xmlns:a16="http://schemas.microsoft.com/office/drawing/2014/main" id="{D1D83BAB-083D-7445-AB65-C768389D47CA}"/>
              </a:ext>
            </a:extLst>
          </p:cNvPr>
          <p:cNvSpPr/>
          <p:nvPr/>
        </p:nvSpPr>
        <p:spPr>
          <a:xfrm>
            <a:off x="4114800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6" name="Rectangle 87">
            <a:extLst>
              <a:ext uri="{FF2B5EF4-FFF2-40B4-BE49-F238E27FC236}">
                <a16:creationId xmlns:a16="http://schemas.microsoft.com/office/drawing/2014/main" id="{F9A980DF-E7CD-7B41-E34F-632535360C0E}"/>
              </a:ext>
            </a:extLst>
          </p:cNvPr>
          <p:cNvSpPr/>
          <p:nvPr/>
        </p:nvSpPr>
        <p:spPr>
          <a:xfrm>
            <a:off x="4123944" y="4315968"/>
            <a:ext cx="1938528" cy="6492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2st DATA
50ps
(50/100GHz)</a:t>
            </a:r>
          </a:p>
        </p:txBody>
      </p:sp>
      <p:sp>
        <p:nvSpPr>
          <p:cNvPr id="87" name="Rectangle 88">
            <a:extLst>
              <a:ext uri="{FF2B5EF4-FFF2-40B4-BE49-F238E27FC236}">
                <a16:creationId xmlns:a16="http://schemas.microsoft.com/office/drawing/2014/main" id="{6C709602-8603-5631-E59B-3C4AB7BA0E23}"/>
              </a:ext>
            </a:extLst>
          </p:cNvPr>
          <p:cNvSpPr/>
          <p:nvPr/>
        </p:nvSpPr>
        <p:spPr>
          <a:xfrm>
            <a:off x="608076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8D4A3A-3D48-BA6C-EEB9-D585FFE10F10}"/>
              </a:ext>
            </a:extLst>
          </p:cNvPr>
          <p:cNvSpPr txBox="1"/>
          <p:nvPr/>
        </p:nvSpPr>
        <p:spPr>
          <a:xfrm>
            <a:off x="4114800" y="4055698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37474F"/>
                </a:solidFill>
              </a:rPr>
              <a:t>Cycle 2  (100~200ps)</a:t>
            </a:r>
          </a:p>
        </p:txBody>
      </p:sp>
      <p:cxnSp>
        <p:nvCxnSpPr>
          <p:cNvPr id="89" name="Connector 90">
            <a:extLst>
              <a:ext uri="{FF2B5EF4-FFF2-40B4-BE49-F238E27FC236}">
                <a16:creationId xmlns:a16="http://schemas.microsoft.com/office/drawing/2014/main" id="{E0254BF4-2A0C-7B11-AB1D-1B93CD696D5E}"/>
              </a:ext>
            </a:extLst>
          </p:cNvPr>
          <p:cNvCxnSpPr/>
          <p:nvPr/>
        </p:nvCxnSpPr>
        <p:spPr>
          <a:xfrm>
            <a:off x="4114800" y="4059936"/>
            <a:ext cx="0" cy="1014984"/>
          </a:xfrm>
          <a:prstGeom prst="line">
            <a:avLst/>
          </a:prstGeom>
          <a:ln w="1905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91">
            <a:extLst>
              <a:ext uri="{FF2B5EF4-FFF2-40B4-BE49-F238E27FC236}">
                <a16:creationId xmlns:a16="http://schemas.microsoft.com/office/drawing/2014/main" id="{CABF552C-01E9-58D5-A3AE-2FE5CE3E84A5}"/>
              </a:ext>
            </a:extLst>
          </p:cNvPr>
          <p:cNvCxnSpPr>
            <a:cxnSpLocks/>
          </p:cNvCxnSpPr>
          <p:nvPr/>
        </p:nvCxnSpPr>
        <p:spPr>
          <a:xfrm>
            <a:off x="411480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DE568FB-2111-BBD4-08C8-EDF65C636D66}"/>
              </a:ext>
            </a:extLst>
          </p:cNvPr>
          <p:cNvSpPr txBox="1"/>
          <p:nvPr/>
        </p:nvSpPr>
        <p:spPr>
          <a:xfrm>
            <a:off x="3927348" y="4983480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100ps</a:t>
            </a:r>
          </a:p>
        </p:txBody>
      </p:sp>
      <p:cxnSp>
        <p:nvCxnSpPr>
          <p:cNvPr id="92" name="Connector 93">
            <a:extLst>
              <a:ext uri="{FF2B5EF4-FFF2-40B4-BE49-F238E27FC236}">
                <a16:creationId xmlns:a16="http://schemas.microsoft.com/office/drawing/2014/main" id="{5BF27D6A-82C0-BD42-1D0D-FD5A4C08BB81}"/>
              </a:ext>
            </a:extLst>
          </p:cNvPr>
          <p:cNvCxnSpPr>
            <a:cxnSpLocks/>
          </p:cNvCxnSpPr>
          <p:nvPr/>
        </p:nvCxnSpPr>
        <p:spPr>
          <a:xfrm>
            <a:off x="450799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ABE83218-6860-1FB9-69DD-F4155248CC37}"/>
              </a:ext>
            </a:extLst>
          </p:cNvPr>
          <p:cNvSpPr txBox="1"/>
          <p:nvPr/>
        </p:nvSpPr>
        <p:spPr>
          <a:xfrm>
            <a:off x="4343400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110ps</a:t>
            </a:r>
          </a:p>
        </p:txBody>
      </p:sp>
      <p:cxnSp>
        <p:nvCxnSpPr>
          <p:cNvPr id="94" name="Connector 95">
            <a:extLst>
              <a:ext uri="{FF2B5EF4-FFF2-40B4-BE49-F238E27FC236}">
                <a16:creationId xmlns:a16="http://schemas.microsoft.com/office/drawing/2014/main" id="{C382124D-D70F-5E33-2D0F-DA6640BCDE61}"/>
              </a:ext>
            </a:extLst>
          </p:cNvPr>
          <p:cNvCxnSpPr>
            <a:cxnSpLocks/>
          </p:cNvCxnSpPr>
          <p:nvPr/>
        </p:nvCxnSpPr>
        <p:spPr>
          <a:xfrm>
            <a:off x="4901184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539B80E-59A0-BEE3-85A4-D67BEAA00319}"/>
              </a:ext>
            </a:extLst>
          </p:cNvPr>
          <p:cNvSpPr txBox="1"/>
          <p:nvPr/>
        </p:nvSpPr>
        <p:spPr>
          <a:xfrm>
            <a:off x="4736592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120ps</a:t>
            </a:r>
          </a:p>
        </p:txBody>
      </p:sp>
      <p:cxnSp>
        <p:nvCxnSpPr>
          <p:cNvPr id="96" name="Connector 97">
            <a:extLst>
              <a:ext uri="{FF2B5EF4-FFF2-40B4-BE49-F238E27FC236}">
                <a16:creationId xmlns:a16="http://schemas.microsoft.com/office/drawing/2014/main" id="{875565B0-8648-5E48-8D91-BDC7028BFA85}"/>
              </a:ext>
            </a:extLst>
          </p:cNvPr>
          <p:cNvCxnSpPr>
            <a:cxnSpLocks/>
          </p:cNvCxnSpPr>
          <p:nvPr/>
        </p:nvCxnSpPr>
        <p:spPr>
          <a:xfrm>
            <a:off x="5294376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1325FF2-6696-905B-A476-5E2258D2D3AB}"/>
              </a:ext>
            </a:extLst>
          </p:cNvPr>
          <p:cNvSpPr txBox="1"/>
          <p:nvPr/>
        </p:nvSpPr>
        <p:spPr>
          <a:xfrm>
            <a:off x="5129784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130ps</a:t>
            </a:r>
          </a:p>
        </p:txBody>
      </p:sp>
      <p:cxnSp>
        <p:nvCxnSpPr>
          <p:cNvPr id="98" name="Connector 99">
            <a:extLst>
              <a:ext uri="{FF2B5EF4-FFF2-40B4-BE49-F238E27FC236}">
                <a16:creationId xmlns:a16="http://schemas.microsoft.com/office/drawing/2014/main" id="{DC61ABB9-B8BB-44F2-E2A7-E2AB6CB9F5C4}"/>
              </a:ext>
            </a:extLst>
          </p:cNvPr>
          <p:cNvCxnSpPr>
            <a:cxnSpLocks/>
          </p:cNvCxnSpPr>
          <p:nvPr/>
        </p:nvCxnSpPr>
        <p:spPr>
          <a:xfrm>
            <a:off x="5687568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C5BCF51-F4D4-E058-C2B3-7D0953D5B6FE}"/>
              </a:ext>
            </a:extLst>
          </p:cNvPr>
          <p:cNvSpPr txBox="1"/>
          <p:nvPr/>
        </p:nvSpPr>
        <p:spPr>
          <a:xfrm>
            <a:off x="5522976" y="4948017"/>
            <a:ext cx="42062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140ps</a:t>
            </a:r>
          </a:p>
        </p:txBody>
      </p:sp>
      <p:cxnSp>
        <p:nvCxnSpPr>
          <p:cNvPr id="100" name="Connector 101">
            <a:extLst>
              <a:ext uri="{FF2B5EF4-FFF2-40B4-BE49-F238E27FC236}">
                <a16:creationId xmlns:a16="http://schemas.microsoft.com/office/drawing/2014/main" id="{97482DFD-D12D-E626-1BD6-AC9A17321C93}"/>
              </a:ext>
            </a:extLst>
          </p:cNvPr>
          <p:cNvCxnSpPr>
            <a:cxnSpLocks/>
          </p:cNvCxnSpPr>
          <p:nvPr/>
        </p:nvCxnSpPr>
        <p:spPr>
          <a:xfrm>
            <a:off x="608076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0C40C03-F294-50EC-3352-A2AC69633CE7}"/>
              </a:ext>
            </a:extLst>
          </p:cNvPr>
          <p:cNvSpPr txBox="1"/>
          <p:nvPr/>
        </p:nvSpPr>
        <p:spPr>
          <a:xfrm>
            <a:off x="5916168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150ps</a:t>
            </a:r>
          </a:p>
        </p:txBody>
      </p:sp>
      <p:cxnSp>
        <p:nvCxnSpPr>
          <p:cNvPr id="102" name="Connector 103">
            <a:extLst>
              <a:ext uri="{FF2B5EF4-FFF2-40B4-BE49-F238E27FC236}">
                <a16:creationId xmlns:a16="http://schemas.microsoft.com/office/drawing/2014/main" id="{4D6C23A2-FB40-DE87-EFD6-416CACCC1808}"/>
              </a:ext>
            </a:extLst>
          </p:cNvPr>
          <p:cNvCxnSpPr>
            <a:cxnSpLocks/>
          </p:cNvCxnSpPr>
          <p:nvPr/>
        </p:nvCxnSpPr>
        <p:spPr>
          <a:xfrm>
            <a:off x="647395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960D9B1-5F9C-9818-496A-B958BB66E3B2}"/>
              </a:ext>
            </a:extLst>
          </p:cNvPr>
          <p:cNvSpPr txBox="1"/>
          <p:nvPr/>
        </p:nvSpPr>
        <p:spPr>
          <a:xfrm>
            <a:off x="6309360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160ps</a:t>
            </a:r>
          </a:p>
        </p:txBody>
      </p:sp>
      <p:cxnSp>
        <p:nvCxnSpPr>
          <p:cNvPr id="104" name="Connector 105">
            <a:extLst>
              <a:ext uri="{FF2B5EF4-FFF2-40B4-BE49-F238E27FC236}">
                <a16:creationId xmlns:a16="http://schemas.microsoft.com/office/drawing/2014/main" id="{809B94CD-6626-9799-C3FA-1C1AC831F057}"/>
              </a:ext>
            </a:extLst>
          </p:cNvPr>
          <p:cNvCxnSpPr>
            <a:cxnSpLocks/>
          </p:cNvCxnSpPr>
          <p:nvPr/>
        </p:nvCxnSpPr>
        <p:spPr>
          <a:xfrm>
            <a:off x="6867144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5E3BFCB-0996-0EFC-7637-DE3992A3A879}"/>
              </a:ext>
            </a:extLst>
          </p:cNvPr>
          <p:cNvSpPr txBox="1"/>
          <p:nvPr/>
        </p:nvSpPr>
        <p:spPr>
          <a:xfrm>
            <a:off x="6702552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170ps</a:t>
            </a:r>
          </a:p>
        </p:txBody>
      </p:sp>
      <p:cxnSp>
        <p:nvCxnSpPr>
          <p:cNvPr id="106" name="Connector 107">
            <a:extLst>
              <a:ext uri="{FF2B5EF4-FFF2-40B4-BE49-F238E27FC236}">
                <a16:creationId xmlns:a16="http://schemas.microsoft.com/office/drawing/2014/main" id="{B5138B75-689A-162E-07B9-E098371018AC}"/>
              </a:ext>
            </a:extLst>
          </p:cNvPr>
          <p:cNvCxnSpPr>
            <a:cxnSpLocks/>
          </p:cNvCxnSpPr>
          <p:nvPr/>
        </p:nvCxnSpPr>
        <p:spPr>
          <a:xfrm>
            <a:off x="7260336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1CF98B7-6B94-1982-9BB1-94363F5D860E}"/>
              </a:ext>
            </a:extLst>
          </p:cNvPr>
          <p:cNvSpPr txBox="1"/>
          <p:nvPr/>
        </p:nvSpPr>
        <p:spPr>
          <a:xfrm>
            <a:off x="7095744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180ps</a:t>
            </a:r>
          </a:p>
        </p:txBody>
      </p:sp>
      <p:cxnSp>
        <p:nvCxnSpPr>
          <p:cNvPr id="108" name="Connector 109">
            <a:extLst>
              <a:ext uri="{FF2B5EF4-FFF2-40B4-BE49-F238E27FC236}">
                <a16:creationId xmlns:a16="http://schemas.microsoft.com/office/drawing/2014/main" id="{0AB9DBE9-7B3C-98F5-B8CE-8F07B3ED2D53}"/>
              </a:ext>
            </a:extLst>
          </p:cNvPr>
          <p:cNvCxnSpPr>
            <a:cxnSpLocks/>
          </p:cNvCxnSpPr>
          <p:nvPr/>
        </p:nvCxnSpPr>
        <p:spPr>
          <a:xfrm>
            <a:off x="7653527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FA548E0-F412-3D93-8DB1-B6A245E19199}"/>
              </a:ext>
            </a:extLst>
          </p:cNvPr>
          <p:cNvSpPr txBox="1"/>
          <p:nvPr/>
        </p:nvSpPr>
        <p:spPr>
          <a:xfrm>
            <a:off x="7488936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190ps</a:t>
            </a:r>
          </a:p>
        </p:txBody>
      </p:sp>
      <p:cxnSp>
        <p:nvCxnSpPr>
          <p:cNvPr id="110" name="Connector 111">
            <a:extLst>
              <a:ext uri="{FF2B5EF4-FFF2-40B4-BE49-F238E27FC236}">
                <a16:creationId xmlns:a16="http://schemas.microsoft.com/office/drawing/2014/main" id="{51B9B74F-7344-7975-57DE-25B254304FC4}"/>
              </a:ext>
            </a:extLst>
          </p:cNvPr>
          <p:cNvCxnSpPr>
            <a:cxnSpLocks/>
          </p:cNvCxnSpPr>
          <p:nvPr/>
        </p:nvCxnSpPr>
        <p:spPr>
          <a:xfrm>
            <a:off x="804672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B7B655B-EEA3-8D78-2413-9B6FD85BB6E6}"/>
              </a:ext>
            </a:extLst>
          </p:cNvPr>
          <p:cNvSpPr txBox="1"/>
          <p:nvPr/>
        </p:nvSpPr>
        <p:spPr>
          <a:xfrm>
            <a:off x="7882128" y="4948017"/>
            <a:ext cx="39319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200ps</a:t>
            </a:r>
          </a:p>
        </p:txBody>
      </p:sp>
      <p:cxnSp>
        <p:nvCxnSpPr>
          <p:cNvPr id="112" name="Connector 113">
            <a:extLst>
              <a:ext uri="{FF2B5EF4-FFF2-40B4-BE49-F238E27FC236}">
                <a16:creationId xmlns:a16="http://schemas.microsoft.com/office/drawing/2014/main" id="{3DD82B2E-D07E-4EE9-5E03-6AE8D3F08753}"/>
              </a:ext>
            </a:extLst>
          </p:cNvPr>
          <p:cNvCxnSpPr/>
          <p:nvPr/>
        </p:nvCxnSpPr>
        <p:spPr>
          <a:xfrm>
            <a:off x="608076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4">
            <a:extLst>
              <a:ext uri="{FF2B5EF4-FFF2-40B4-BE49-F238E27FC236}">
                <a16:creationId xmlns:a16="http://schemas.microsoft.com/office/drawing/2014/main" id="{77D35FD6-8908-336F-FD8C-C4DB2FC310F7}"/>
              </a:ext>
            </a:extLst>
          </p:cNvPr>
          <p:cNvSpPr/>
          <p:nvPr/>
        </p:nvSpPr>
        <p:spPr>
          <a:xfrm>
            <a:off x="8046719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4" name="Rectangle 115">
            <a:extLst>
              <a:ext uri="{FF2B5EF4-FFF2-40B4-BE49-F238E27FC236}">
                <a16:creationId xmlns:a16="http://schemas.microsoft.com/office/drawing/2014/main" id="{46F99D25-6282-57F5-2ED0-FCF3451CEB96}"/>
              </a:ext>
            </a:extLst>
          </p:cNvPr>
          <p:cNvSpPr/>
          <p:nvPr/>
        </p:nvSpPr>
        <p:spPr>
          <a:xfrm>
            <a:off x="8055863" y="4315968"/>
            <a:ext cx="1938528" cy="64922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3st DATA
50ps
(50/100GHz)</a:t>
            </a:r>
          </a:p>
        </p:txBody>
      </p:sp>
      <p:sp>
        <p:nvSpPr>
          <p:cNvPr id="115" name="Rectangle 116">
            <a:extLst>
              <a:ext uri="{FF2B5EF4-FFF2-40B4-BE49-F238E27FC236}">
                <a16:creationId xmlns:a16="http://schemas.microsoft.com/office/drawing/2014/main" id="{517B7ECC-1FAD-4C2B-DDC2-8F84A51F3580}"/>
              </a:ext>
            </a:extLst>
          </p:cNvPr>
          <p:cNvSpPr/>
          <p:nvPr/>
        </p:nvSpPr>
        <p:spPr>
          <a:xfrm>
            <a:off x="1001268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A7EEE02-38D5-B6B4-BB3F-F5306444DEC2}"/>
              </a:ext>
            </a:extLst>
          </p:cNvPr>
          <p:cNvSpPr txBox="1"/>
          <p:nvPr/>
        </p:nvSpPr>
        <p:spPr>
          <a:xfrm>
            <a:off x="8046719" y="4055698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37474F"/>
                </a:solidFill>
              </a:rPr>
              <a:t>Cycle 3  (200~300ps)</a:t>
            </a:r>
          </a:p>
        </p:txBody>
      </p:sp>
      <p:cxnSp>
        <p:nvCxnSpPr>
          <p:cNvPr id="117" name="Connector 118">
            <a:extLst>
              <a:ext uri="{FF2B5EF4-FFF2-40B4-BE49-F238E27FC236}">
                <a16:creationId xmlns:a16="http://schemas.microsoft.com/office/drawing/2014/main" id="{850188E0-62AC-DD92-F934-C6987DAB4428}"/>
              </a:ext>
            </a:extLst>
          </p:cNvPr>
          <p:cNvCxnSpPr/>
          <p:nvPr/>
        </p:nvCxnSpPr>
        <p:spPr>
          <a:xfrm>
            <a:off x="8046719" y="4059936"/>
            <a:ext cx="0" cy="1014984"/>
          </a:xfrm>
          <a:prstGeom prst="line">
            <a:avLst/>
          </a:prstGeom>
          <a:ln w="1905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9">
            <a:extLst>
              <a:ext uri="{FF2B5EF4-FFF2-40B4-BE49-F238E27FC236}">
                <a16:creationId xmlns:a16="http://schemas.microsoft.com/office/drawing/2014/main" id="{4D91A36C-E892-66C6-C43A-01C1C96A2E0B}"/>
              </a:ext>
            </a:extLst>
          </p:cNvPr>
          <p:cNvCxnSpPr>
            <a:cxnSpLocks/>
          </p:cNvCxnSpPr>
          <p:nvPr/>
        </p:nvCxnSpPr>
        <p:spPr>
          <a:xfrm>
            <a:off x="8046719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21">
            <a:extLst>
              <a:ext uri="{FF2B5EF4-FFF2-40B4-BE49-F238E27FC236}">
                <a16:creationId xmlns:a16="http://schemas.microsoft.com/office/drawing/2014/main" id="{7DBE337F-06AF-EC48-B202-B97911B7D0BB}"/>
              </a:ext>
            </a:extLst>
          </p:cNvPr>
          <p:cNvCxnSpPr>
            <a:cxnSpLocks/>
          </p:cNvCxnSpPr>
          <p:nvPr/>
        </p:nvCxnSpPr>
        <p:spPr>
          <a:xfrm>
            <a:off x="8439911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7F83655-983E-2429-68B1-089EB0028464}"/>
              </a:ext>
            </a:extLst>
          </p:cNvPr>
          <p:cNvSpPr txBox="1"/>
          <p:nvPr/>
        </p:nvSpPr>
        <p:spPr>
          <a:xfrm>
            <a:off x="8275318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210ps</a:t>
            </a:r>
          </a:p>
        </p:txBody>
      </p:sp>
      <p:cxnSp>
        <p:nvCxnSpPr>
          <p:cNvPr id="121" name="Connector 123">
            <a:extLst>
              <a:ext uri="{FF2B5EF4-FFF2-40B4-BE49-F238E27FC236}">
                <a16:creationId xmlns:a16="http://schemas.microsoft.com/office/drawing/2014/main" id="{1C65087C-D41A-37DD-6392-B653E50B619B}"/>
              </a:ext>
            </a:extLst>
          </p:cNvPr>
          <p:cNvCxnSpPr>
            <a:cxnSpLocks/>
          </p:cNvCxnSpPr>
          <p:nvPr/>
        </p:nvCxnSpPr>
        <p:spPr>
          <a:xfrm>
            <a:off x="8833103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AD1EDF3-2640-A7D0-AA98-478327B236CF}"/>
              </a:ext>
            </a:extLst>
          </p:cNvPr>
          <p:cNvSpPr txBox="1"/>
          <p:nvPr/>
        </p:nvSpPr>
        <p:spPr>
          <a:xfrm>
            <a:off x="8668510" y="4948017"/>
            <a:ext cx="39351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220ps</a:t>
            </a:r>
          </a:p>
        </p:txBody>
      </p:sp>
      <p:cxnSp>
        <p:nvCxnSpPr>
          <p:cNvPr id="123" name="Connector 125">
            <a:extLst>
              <a:ext uri="{FF2B5EF4-FFF2-40B4-BE49-F238E27FC236}">
                <a16:creationId xmlns:a16="http://schemas.microsoft.com/office/drawing/2014/main" id="{43D5AFA3-D865-39EF-590B-BB5484806C65}"/>
              </a:ext>
            </a:extLst>
          </p:cNvPr>
          <p:cNvCxnSpPr>
            <a:cxnSpLocks/>
          </p:cNvCxnSpPr>
          <p:nvPr/>
        </p:nvCxnSpPr>
        <p:spPr>
          <a:xfrm>
            <a:off x="9226295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CE38665-19E5-C55A-D372-992D1A831031}"/>
              </a:ext>
            </a:extLst>
          </p:cNvPr>
          <p:cNvSpPr txBox="1"/>
          <p:nvPr/>
        </p:nvSpPr>
        <p:spPr>
          <a:xfrm>
            <a:off x="9061703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230ps</a:t>
            </a:r>
          </a:p>
        </p:txBody>
      </p:sp>
      <p:cxnSp>
        <p:nvCxnSpPr>
          <p:cNvPr id="125" name="Connector 127">
            <a:extLst>
              <a:ext uri="{FF2B5EF4-FFF2-40B4-BE49-F238E27FC236}">
                <a16:creationId xmlns:a16="http://schemas.microsoft.com/office/drawing/2014/main" id="{97C61205-35CE-6BAA-D184-A34E49F38964}"/>
              </a:ext>
            </a:extLst>
          </p:cNvPr>
          <p:cNvCxnSpPr>
            <a:cxnSpLocks/>
          </p:cNvCxnSpPr>
          <p:nvPr/>
        </p:nvCxnSpPr>
        <p:spPr>
          <a:xfrm>
            <a:off x="9619488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1E199F24-0780-3E0E-8BAF-7A27601FB8C2}"/>
              </a:ext>
            </a:extLst>
          </p:cNvPr>
          <p:cNvSpPr txBox="1"/>
          <p:nvPr/>
        </p:nvSpPr>
        <p:spPr>
          <a:xfrm>
            <a:off x="9454895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240ps</a:t>
            </a:r>
          </a:p>
        </p:txBody>
      </p:sp>
      <p:cxnSp>
        <p:nvCxnSpPr>
          <p:cNvPr id="127" name="Connector 129">
            <a:extLst>
              <a:ext uri="{FF2B5EF4-FFF2-40B4-BE49-F238E27FC236}">
                <a16:creationId xmlns:a16="http://schemas.microsoft.com/office/drawing/2014/main" id="{26449FD1-D448-89BF-91DD-047036FE57B0}"/>
              </a:ext>
            </a:extLst>
          </p:cNvPr>
          <p:cNvCxnSpPr>
            <a:cxnSpLocks/>
          </p:cNvCxnSpPr>
          <p:nvPr/>
        </p:nvCxnSpPr>
        <p:spPr>
          <a:xfrm>
            <a:off x="1001268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C5C1BDD7-E890-30BB-B83D-51E7F660D4D3}"/>
              </a:ext>
            </a:extLst>
          </p:cNvPr>
          <p:cNvSpPr txBox="1"/>
          <p:nvPr/>
        </p:nvSpPr>
        <p:spPr>
          <a:xfrm>
            <a:off x="9848087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250ps</a:t>
            </a:r>
          </a:p>
        </p:txBody>
      </p:sp>
      <p:cxnSp>
        <p:nvCxnSpPr>
          <p:cNvPr id="129" name="Connector 131">
            <a:extLst>
              <a:ext uri="{FF2B5EF4-FFF2-40B4-BE49-F238E27FC236}">
                <a16:creationId xmlns:a16="http://schemas.microsoft.com/office/drawing/2014/main" id="{5193A84B-82F4-3BA8-CA82-BBE170F8F13A}"/>
              </a:ext>
            </a:extLst>
          </p:cNvPr>
          <p:cNvCxnSpPr>
            <a:cxnSpLocks/>
          </p:cNvCxnSpPr>
          <p:nvPr/>
        </p:nvCxnSpPr>
        <p:spPr>
          <a:xfrm>
            <a:off x="1040587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7F2C217A-2082-B8E0-EFEC-75425C465966}"/>
              </a:ext>
            </a:extLst>
          </p:cNvPr>
          <p:cNvSpPr txBox="1"/>
          <p:nvPr/>
        </p:nvSpPr>
        <p:spPr>
          <a:xfrm>
            <a:off x="10241279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260ps</a:t>
            </a:r>
          </a:p>
        </p:txBody>
      </p:sp>
      <p:cxnSp>
        <p:nvCxnSpPr>
          <p:cNvPr id="131" name="Connector 133">
            <a:extLst>
              <a:ext uri="{FF2B5EF4-FFF2-40B4-BE49-F238E27FC236}">
                <a16:creationId xmlns:a16="http://schemas.microsoft.com/office/drawing/2014/main" id="{C5877D3B-6D8D-A5B4-A97E-AC5FA113C3F4}"/>
              </a:ext>
            </a:extLst>
          </p:cNvPr>
          <p:cNvCxnSpPr>
            <a:cxnSpLocks/>
          </p:cNvCxnSpPr>
          <p:nvPr/>
        </p:nvCxnSpPr>
        <p:spPr>
          <a:xfrm>
            <a:off x="10799063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8B659AC7-2221-3B01-A114-C63A50D11192}"/>
              </a:ext>
            </a:extLst>
          </p:cNvPr>
          <p:cNvSpPr txBox="1"/>
          <p:nvPr/>
        </p:nvSpPr>
        <p:spPr>
          <a:xfrm>
            <a:off x="10634471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270ps</a:t>
            </a:r>
          </a:p>
        </p:txBody>
      </p:sp>
      <p:cxnSp>
        <p:nvCxnSpPr>
          <p:cNvPr id="133" name="Connector 135">
            <a:extLst>
              <a:ext uri="{FF2B5EF4-FFF2-40B4-BE49-F238E27FC236}">
                <a16:creationId xmlns:a16="http://schemas.microsoft.com/office/drawing/2014/main" id="{DA916437-B6C9-158C-DAA4-A251E614D77D}"/>
              </a:ext>
            </a:extLst>
          </p:cNvPr>
          <p:cNvCxnSpPr>
            <a:cxnSpLocks/>
          </p:cNvCxnSpPr>
          <p:nvPr/>
        </p:nvCxnSpPr>
        <p:spPr>
          <a:xfrm>
            <a:off x="11192255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DADFEF70-C1B9-E49A-EFA6-602AD47BABDE}"/>
              </a:ext>
            </a:extLst>
          </p:cNvPr>
          <p:cNvSpPr txBox="1"/>
          <p:nvPr/>
        </p:nvSpPr>
        <p:spPr>
          <a:xfrm>
            <a:off x="11027663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280ps</a:t>
            </a:r>
          </a:p>
        </p:txBody>
      </p:sp>
      <p:cxnSp>
        <p:nvCxnSpPr>
          <p:cNvPr id="135" name="Connector 137">
            <a:extLst>
              <a:ext uri="{FF2B5EF4-FFF2-40B4-BE49-F238E27FC236}">
                <a16:creationId xmlns:a16="http://schemas.microsoft.com/office/drawing/2014/main" id="{BEB75596-FBF1-477C-66CB-655F1B0F4103}"/>
              </a:ext>
            </a:extLst>
          </p:cNvPr>
          <p:cNvCxnSpPr>
            <a:cxnSpLocks/>
          </p:cNvCxnSpPr>
          <p:nvPr/>
        </p:nvCxnSpPr>
        <p:spPr>
          <a:xfrm>
            <a:off x="11585447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DD80FC99-8E40-5374-09CD-F729A9A5379E}"/>
              </a:ext>
            </a:extLst>
          </p:cNvPr>
          <p:cNvSpPr txBox="1"/>
          <p:nvPr/>
        </p:nvSpPr>
        <p:spPr>
          <a:xfrm>
            <a:off x="11420855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290ps</a:t>
            </a:r>
          </a:p>
        </p:txBody>
      </p:sp>
      <p:cxnSp>
        <p:nvCxnSpPr>
          <p:cNvPr id="137" name="Connector 139">
            <a:extLst>
              <a:ext uri="{FF2B5EF4-FFF2-40B4-BE49-F238E27FC236}">
                <a16:creationId xmlns:a16="http://schemas.microsoft.com/office/drawing/2014/main" id="{DF5E4496-8EC3-BF4B-4AC8-5A55A71A2F07}"/>
              </a:ext>
            </a:extLst>
          </p:cNvPr>
          <p:cNvCxnSpPr>
            <a:cxnSpLocks/>
          </p:cNvCxnSpPr>
          <p:nvPr/>
        </p:nvCxnSpPr>
        <p:spPr>
          <a:xfrm>
            <a:off x="11978639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D28C7F70-62BE-4C1D-FF54-9F7E669CFE59}"/>
              </a:ext>
            </a:extLst>
          </p:cNvPr>
          <p:cNvSpPr txBox="1"/>
          <p:nvPr/>
        </p:nvSpPr>
        <p:spPr>
          <a:xfrm>
            <a:off x="11814047" y="4948017"/>
            <a:ext cx="4352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300ps</a:t>
            </a:r>
          </a:p>
        </p:txBody>
      </p:sp>
      <p:cxnSp>
        <p:nvCxnSpPr>
          <p:cNvPr id="139" name="Connector 141">
            <a:extLst>
              <a:ext uri="{FF2B5EF4-FFF2-40B4-BE49-F238E27FC236}">
                <a16:creationId xmlns:a16="http://schemas.microsoft.com/office/drawing/2014/main" id="{9159800E-8367-A0E6-F106-D5980202BE10}"/>
              </a:ext>
            </a:extLst>
          </p:cNvPr>
          <p:cNvCxnSpPr/>
          <p:nvPr/>
        </p:nvCxnSpPr>
        <p:spPr>
          <a:xfrm>
            <a:off x="1001268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DC53B58-EC4E-F615-E77C-7D37935FB879}"/>
              </a:ext>
            </a:extLst>
          </p:cNvPr>
          <p:cNvSpPr txBox="1"/>
          <p:nvPr/>
        </p:nvSpPr>
        <p:spPr>
          <a:xfrm>
            <a:off x="228599" y="5316900"/>
            <a:ext cx="117957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37474F"/>
                </a:solidFill>
              </a:rPr>
              <a:t>Method-B 50:50 — Each DATA(50ps) gets immediate NC(50ps)  |  Max reliability  |  Implementable with current electronics  |  3x100ps=300ps / 3data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3C44E9F-9F6F-9C78-85F5-21F0DD070DB7}"/>
              </a:ext>
            </a:extLst>
          </p:cNvPr>
          <p:cNvSpPr txBox="1"/>
          <p:nvPr/>
        </p:nvSpPr>
        <p:spPr>
          <a:xfrm>
            <a:off x="182880" y="5468112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1A237E"/>
                </a:solidFill>
              </a:rPr>
              <a:t>(8) TRAVEL DISTANCE  during  50ps  (DATA Window)</a:t>
            </a:r>
          </a:p>
        </p:txBody>
      </p:sp>
      <p:sp>
        <p:nvSpPr>
          <p:cNvPr id="142" name="Rectangle 144">
            <a:extLst>
              <a:ext uri="{FF2B5EF4-FFF2-40B4-BE49-F238E27FC236}">
                <a16:creationId xmlns:a16="http://schemas.microsoft.com/office/drawing/2014/main" id="{EBF4CD4F-6667-7661-FD7F-9394770CABB6}"/>
              </a:ext>
            </a:extLst>
          </p:cNvPr>
          <p:cNvSpPr/>
          <p:nvPr/>
        </p:nvSpPr>
        <p:spPr>
          <a:xfrm>
            <a:off x="182880" y="5696712"/>
            <a:ext cx="548640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Light (vacuum):  c = 3x10^8 m/s  --&gt;  3x10^8 x 50ps = 15 mm</a:t>
            </a:r>
          </a:p>
        </p:txBody>
      </p:sp>
      <p:sp>
        <p:nvSpPr>
          <p:cNvPr id="143" name="Rectangle 145">
            <a:extLst>
              <a:ext uri="{FF2B5EF4-FFF2-40B4-BE49-F238E27FC236}">
                <a16:creationId xmlns:a16="http://schemas.microsoft.com/office/drawing/2014/main" id="{61194DAE-DB1A-1B25-E83E-EEFBA4C122DD}"/>
              </a:ext>
            </a:extLst>
          </p:cNvPr>
          <p:cNvSpPr/>
          <p:nvPr/>
        </p:nvSpPr>
        <p:spPr>
          <a:xfrm>
            <a:off x="182880" y="6089904"/>
            <a:ext cx="548640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Electron (wire): ~1%c = 3x10^6 m/s  --&gt;  3x10^6 x 50ps = 0.15 mm</a:t>
            </a:r>
          </a:p>
        </p:txBody>
      </p:sp>
      <p:sp>
        <p:nvSpPr>
          <p:cNvPr id="144" name="Rectangle 146">
            <a:extLst>
              <a:ext uri="{FF2B5EF4-FFF2-40B4-BE49-F238E27FC236}">
                <a16:creationId xmlns:a16="http://schemas.microsoft.com/office/drawing/2014/main" id="{BF93EBF2-D4F3-543B-A37D-5B345EE5105A}"/>
              </a:ext>
            </a:extLst>
          </p:cNvPr>
          <p:cNvSpPr/>
          <p:nvPr/>
        </p:nvSpPr>
        <p:spPr>
          <a:xfrm>
            <a:off x="5943600" y="5696712"/>
            <a:ext cx="603504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Light:  15 mm</a:t>
            </a:r>
          </a:p>
        </p:txBody>
      </p:sp>
      <p:sp>
        <p:nvSpPr>
          <p:cNvPr id="145" name="Rectangle 147">
            <a:extLst>
              <a:ext uri="{FF2B5EF4-FFF2-40B4-BE49-F238E27FC236}">
                <a16:creationId xmlns:a16="http://schemas.microsoft.com/office/drawing/2014/main" id="{53A0EF6F-2C07-DFEF-708B-937BCA466619}"/>
              </a:ext>
            </a:extLst>
          </p:cNvPr>
          <p:cNvSpPr/>
          <p:nvPr/>
        </p:nvSpPr>
        <p:spPr>
          <a:xfrm>
            <a:off x="5943600" y="6089904"/>
            <a:ext cx="301752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650262-6568-AD45-EE11-0CC8B1DD2B2F}"/>
              </a:ext>
            </a:extLst>
          </p:cNvPr>
          <p:cNvSpPr txBox="1"/>
          <p:nvPr/>
        </p:nvSpPr>
        <p:spPr>
          <a:xfrm>
            <a:off x="6291072" y="61264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Electron:  0.15 mm  (x100 smaller)</a:t>
            </a:r>
          </a:p>
        </p:txBody>
      </p:sp>
      <p:sp>
        <p:nvSpPr>
          <p:cNvPr id="147" name="Rectangle 149">
            <a:extLst>
              <a:ext uri="{FF2B5EF4-FFF2-40B4-BE49-F238E27FC236}">
                <a16:creationId xmlns:a16="http://schemas.microsoft.com/office/drawing/2014/main" id="{913D267E-BA27-6E3B-60E5-A1EF219DB8CF}"/>
              </a:ext>
            </a:extLst>
          </p:cNvPr>
          <p:cNvSpPr/>
          <p:nvPr/>
        </p:nvSpPr>
        <p:spPr>
          <a:xfrm>
            <a:off x="182880" y="6473952"/>
            <a:ext cx="117957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B5E20"/>
                </a:solidFill>
              </a:rPr>
              <a:t>KEY: 50ps DATA window  |  Light travels 15mm  |  Wire 12mm &lt; 15mm  --&gt;  Signal fully arrives  |  20GHz electronics sufficient  ✓</a:t>
            </a:r>
          </a:p>
        </p:txBody>
      </p:sp>
      <p:sp>
        <p:nvSpPr>
          <p:cNvPr id="148" name="Rectangle 150">
            <a:extLst>
              <a:ext uri="{FF2B5EF4-FFF2-40B4-BE49-F238E27FC236}">
                <a16:creationId xmlns:a16="http://schemas.microsoft.com/office/drawing/2014/main" id="{5D7DE42B-4345-D77C-7709-20EB7EEF0E49}"/>
              </a:ext>
            </a:extLst>
          </p:cNvPr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MQM | Free Open Source | No Patent | Inventor: Sungtae Park (scwpark) | Co-inventors: Hyunuk Pak, EunHwan Park | github.com/scwpark/MQM-PAM_OFDM_Phase-superposition_3D-mapping</a:t>
            </a:r>
          </a:p>
        </p:txBody>
      </p:sp>
    </p:spTree>
    <p:extLst>
      <p:ext uri="{BB962C8B-B14F-4D97-AF65-F5344CB8AC3E}">
        <p14:creationId xmlns:p14="http://schemas.microsoft.com/office/powerpoint/2010/main" val="239954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C192864-8259-FE91-EC33-149C226C0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055" y="16161"/>
            <a:ext cx="9750762" cy="68418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69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7680270-75AD-164A-4EE7-A41E597ED415}"/>
              </a:ext>
            </a:extLst>
          </p:cNvPr>
          <p:cNvGrpSpPr/>
          <p:nvPr/>
        </p:nvGrpSpPr>
        <p:grpSpPr>
          <a:xfrm>
            <a:off x="1114023" y="-1"/>
            <a:ext cx="9334521" cy="6806485"/>
            <a:chOff x="1304544" y="0"/>
            <a:chExt cx="9144000" cy="66675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AA65B85-9FA3-1251-F7E5-C8148FBB1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4544" y="0"/>
              <a:ext cx="9144000" cy="66675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0232E7-E709-D67D-21DD-39E59BAACF30}"/>
                </a:ext>
              </a:extLst>
            </p:cNvPr>
            <p:cNvSpPr txBox="1"/>
            <p:nvPr/>
          </p:nvSpPr>
          <p:spPr>
            <a:xfrm>
              <a:off x="6153424" y="1019569"/>
              <a:ext cx="515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#1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E15CA5-C470-2539-CEE9-F8F6BD0830D7}"/>
                </a:ext>
              </a:extLst>
            </p:cNvPr>
            <p:cNvSpPr txBox="1"/>
            <p:nvPr/>
          </p:nvSpPr>
          <p:spPr>
            <a:xfrm>
              <a:off x="6153424" y="1933969"/>
              <a:ext cx="515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#2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D15D05-D732-FB84-D3E3-AA4A704A34F7}"/>
                </a:ext>
              </a:extLst>
            </p:cNvPr>
            <p:cNvSpPr txBox="1"/>
            <p:nvPr/>
          </p:nvSpPr>
          <p:spPr>
            <a:xfrm>
              <a:off x="6153424" y="2897137"/>
              <a:ext cx="515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#3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31E356-5D3F-907D-E412-3DBD92875191}"/>
                </a:ext>
              </a:extLst>
            </p:cNvPr>
            <p:cNvSpPr txBox="1"/>
            <p:nvPr/>
          </p:nvSpPr>
          <p:spPr>
            <a:xfrm>
              <a:off x="6153423" y="4777910"/>
              <a:ext cx="634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#20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3244C1-3684-3052-D9F5-0EADB41CBBAD}"/>
                </a:ext>
              </a:extLst>
            </p:cNvPr>
            <p:cNvSpPr txBox="1"/>
            <p:nvPr/>
          </p:nvSpPr>
          <p:spPr>
            <a:xfrm>
              <a:off x="8022348" y="2848369"/>
              <a:ext cx="815110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rgbClr val="FF0000"/>
                  </a:solidFill>
                </a:rPr>
                <a:t>1,280</a:t>
              </a:r>
              <a:r>
                <a:rPr lang="en-US" altLang="ko-KR" sz="1200"/>
                <a:t>-bits </a:t>
              </a:r>
              <a:br>
                <a:rPr lang="en-US" altLang="ko-KR" sz="1200"/>
              </a:br>
              <a:r>
                <a:rPr lang="en-US" altLang="ko-KR" sz="1200"/>
                <a:t>output</a:t>
              </a:r>
            </a:p>
            <a:p>
              <a:r>
                <a:rPr lang="en-US" altLang="ko-KR" sz="1200"/>
                <a:t>1cycle</a:t>
              </a:r>
              <a:br>
                <a:rPr lang="en-US" altLang="ko-KR" sz="1200"/>
              </a:br>
              <a:r>
                <a:rPr lang="en-US" altLang="ko-KR" sz="1200"/>
                <a:t>(100ps)</a:t>
              </a:r>
            </a:p>
            <a:p>
              <a:r>
                <a:rPr lang="en-US" altLang="ko-KR" sz="1200"/>
                <a:t>@ 10GHZ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34815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481</Words>
  <Application>Microsoft Office PowerPoint</Application>
  <PresentationFormat>사용자 지정</PresentationFormat>
  <Paragraphs>87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scwpark</dc:creator>
  <cp:keywords/>
  <dc:description>generated using python-pptx</dc:description>
  <cp:lastModifiedBy>scwpark</cp:lastModifiedBy>
  <cp:revision>3</cp:revision>
  <dcterms:created xsi:type="dcterms:W3CDTF">2013-01-27T09:14:16Z</dcterms:created>
  <dcterms:modified xsi:type="dcterms:W3CDTF">2026-04-02T07:45:03Z</dcterms:modified>
  <cp:category/>
</cp:coreProperties>
</file>